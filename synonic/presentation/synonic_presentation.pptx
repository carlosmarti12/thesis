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91695" cy="54864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8BD3"/>
                </a:solidFill>
                <a:latin typeface="Calibri"/>
              </a:rPr>
              <a:t>OPEN SYNONYM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Métodos, métricas y una nueva propuesta híbrida
para la búsqueda de sinónimos académicos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C9D6E8"/>
                </a:solidFill>
              </a:rPr>
              <a:t>Baselines, arquitecturas multi-agente (MAS) y fusión LLM + retrieval, evaluados sin data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Carlos Martínez  ·  Proyecto synonic/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9D6E8"/>
                </a:solidFill>
                <a:latin typeface="Calibri"/>
              </a:rPr>
              <a:t>Presentación técnica — próxima semana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Definición de la tarea y regla anti-data-leakage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Dataset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Métodos existentes: baselines no-agénticos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Métodos existentes: arquitecturas multi-agente (MAS)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Métricas: definiciones técnicas completas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Hallazgo metodológico: referencia corrupta y su corrección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Nuevo método propuesto: hybrid_fusion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Resultados: calidad y coste temporal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Conclusiones y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Definición de la tarea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Open synonym discovery: dado un término académico (columna en), predecir sus sinónimos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Regla anti-leakage (obligatoria en todo el pipeline):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Ningún método puede ver en_synonym (ground truth) hasta la fase de evaluación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en_synonym solo se lee una vez en todo el código, después de que el método ya produjo sus candidatos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Por qué existe esta regla — leak descubierto en la iteración previa (new/src2):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Varios métodos construían su índice de retrieval directamente sobre df['en_synonym']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Es decir: buscaban literalmente dentro de la columna de respuestas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Fix aplicado en synonic/: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El vocabulario candidato viene de WordNet (~147k frases vía nltk), independiente del dataset y de en_synonym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TU-Expert-Collection-Topic-Synonyms (HuggingFace)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970 filas limpias tras deduplicar / quitar vacíos — columnas: topic, en, en_synonym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nl / nl_synonym descartadas: el proyecto solo trabaja en inglés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topic es un identificador único por fila (topic-12722, …) — 970 valores únicos para 970 filas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Verificado: no aporta señal semántica utilizable, descartado como fuente de contexto adicional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Un único sinónimo gold por término (no un conjunto)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Implicación directa en las métricas: recall@K, precision@K y MRR se simplifican / degeneran — ver siguiente sección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MÉTODOS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Baselines no-agénticos (src/baselines.py)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778240"/>
              </a:tblGrid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Método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Descripción técnica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same_term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Predice el propio término. Suelo de referencia (floor).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wordnet_direct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Lookup directo de synsets de WordNet que contienen el término. Sin ML.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embedding_wordnet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Embedding del término (all-MiniLM-L6-v2) + retrieval por coseno sobre el vocabulario WordNet (~147k frases).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llm_zero_shot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 llamada al LLM, generación libre de 5 candidatos. Sin retrieval.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llm_expansion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LLM genera 6 variantes de consulta → cada una busca en el índice WordNet → agregación por similitud máxima.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llm_rerank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LLM genera 10 candidatos libres → se reordenan por similitud de embedding al término.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MÉTODOS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Arquitecturas multi-agente (LangGraph)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mas_base (v1)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generator(LLM) ∥ retrieval(WordNet) → merge → verification (0.75·semantic + 0.25·fuzzy) → ranking → top-5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mas_llm_ranker (v2)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retrieval → generator → merge (cap 20) → un LLM reordena la lista completa → top-5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Ablación negativa documentada: reordenar por LLM empeora el resultado incluso funcionando correctamente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mas_safe_hybrid (v3)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Igual que v2 + safe_finalizer: score = 0.9·embedding_sim + 0.1·llm_rank_bonus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‒  El LLM solo puede sumar bonus — nunca penaliza un candidato que dejó fuera de su reordenamiento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MÉTRICAS — FEEDBACK APLICADO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Definiciones técnicas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Candidatos devueltos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num_final_candidates por fila, avg_num_candidates_returned en el resumen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Leer siempre junto a exact_any / recall@K: devolver más candidatos los sube trivialmente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exact_top1 / exact_any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exact_top1: el candidato #1 coincide exactamente (normalizado) con el gold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exact_any: el gold aparece en cualquier posición de la lista devuelta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recall@3 / recall@5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Con un único sinónimo gold por término, recall@K = '¿apareció la respuesta correcta en el top K?'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No es un recall multi-ítem clásico de IR — no hay varios elementos que recordar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precision@5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(# de los 5 candidatos que igualan exactamente al gold) / 5 — capada matemáticamente en 0.2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No penaliza los otros 4 candidatos por 'estar mal' (pueden ser sinónimos válidos no registrados) → se prefiere recall@5 / exact_any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MÉTRICAS — FEEDBACK APLICADO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Definiciones técnicas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MRR — Mean Reciprocal Rank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1 / rank de la posición del acierto en la lista (0 si no aparece), promediado entre términos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Rank 1 → 1.0   ·   Rank 2 → 0.5   ·   Rank 4 → 0.25   ·   Ausente → 0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Premia colocar la respuesta correcta cerca del principio aunque no sea la #1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fuzzy_similarity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rapidfuzz.fuzz.ratio(gold_normalizado, candidato_normalizado) / 100, máximo sobre candidatos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fuzz.ratio = similitud de edición (indel) normalizada: 100 × (1 − dist_edición / (len(a)+len(b)))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Es una métrica LÉXICA/ortográfica (p.ej. 'optimise' vs 'optimize'), NO de significado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semantic_similarity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Cosine similarity entre embeddings del gold y de cada candidato, modelo sentence-transformers/all-MiniLM-L6-v2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Embeddings L2-normalizados ⇒ cosine similarity = producto punto, máximo sobre candidatos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Es una métrica de SIGNIFICADO — puede ser alta sin compartir ninguna palabra con el gold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RIGOR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Hallazgo: la referencia original estaba corrupta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El CSV de referencia inicial (300 términos) resultó inválido para 5 de 9 métodos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En el momento en que se generó, el LLM fallaba silenciosamente (Ollama no disponible)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Evidencia encontrada: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llm_zero_shot y llm_rerank devolvían candidates=[] en el 100% de las 299 filas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mas_llm_ranker, mas_safe_hybrid y llm_expansion eran idénticos byte a byte a embedding_wordnet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→ habían caído silenciosamente a su fallback interno de solo-retrieval, sin ejercitar el LLM en absoluto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Acción correctiva: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Verificado que el código actual funciona (Ollama activo, llama3.2:3b)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Regenerada una comparación válida de 100 términos × 10 métodos, con 0 fallos inesperados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Todos los resultados de esta presentación provienen de esa comparación válida, no de la original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NUEVO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hybrid_fusion — motivación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 Observación empírica (sobre datos ya verificados, no corruptos):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‒  La generación libre por LLM (llm_zero_shot, llm_rerank) supera consistentemente al retrieval restringido a WordNet (embedding_wordnet, MAS)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Hipótesis explicativa: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‒  Los sinónimos gold suelen ser frases académicas específicas (p.ej. 'employment issues' para 'labour market issues')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‒  Muchas de estas frases probablemente no existen como lemas literales en WordNet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‒  → restringir los candidatos al vocabulario WordNet limita estructuralmente el recall en este dataset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mas_llm_ranker es una ablación negativa documentada incluso funcionando correctamente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 Objetivo del nuevo método: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‒  Combinar la fuerza de la generación libre con la robustez/cobertura del retrieval, sin perder recall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NUEVO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hybrid_fusion —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1. Self-consistency generation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‒  3 llamadas al LLM a temperature=0.7 (mismo prompt que llm_rerank, ya validado como el mejor)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‒  Cada llamada en su propio try/except — un fallo de 3 no vacía el pool completo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2. Pool + rerank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‒  Deduplicación (normalize()) de las 3 respuestas, excluyendo el propio término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‒  Reordenado por similitud coseno al término → lista A (señal de generación libre)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3. Fallback de seguridad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‒  Si el pool queda vacío (fallo total del LLM) → retrieval WordNet puro, nunca devuelve []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4. Retrieval WordNet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‒  Top-10 vecinos más cercanos por embedding → lista B (señal de retrieval)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 5. Fusión: Reciprocal Rank Fusion ponderado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‒  score(candidato) = 1.0 / (60 + rank_A)  +  0.5 / (60 + rank_B)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‒  Peso mayor a la señal LLM (1.0) que a WordNet (0.5), acorde a la evidencia empírica del punto anterior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‒  Devuelve los 5 candidatos con mayor score fusionado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Calidad — 100 términos, llama3.2:3b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088136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1371600"/>
                <a:gridCol w="1371600"/>
                <a:gridCol w="1280160"/>
                <a:gridCol w="1097280"/>
                <a:gridCol w="1371600"/>
                <a:gridCol w="1371600"/>
              </a:tblGrid>
              <a:tr h="44473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Método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Cand.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exact_top1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exact_any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recall@5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MRR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fuzzy_sim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sem_sim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hybrid_fusion</a:t>
                      </a:r>
                    </a:p>
                  </a:txBody>
                  <a:tcPr anchor="ctr"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</a:rPr>
                        <a:t>5.00</a:t>
                      </a:r>
                    </a:p>
                  </a:txBody>
                  <a:tcPr anchor="ctr"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</a:rPr>
                        <a:t>0.11</a:t>
                      </a:r>
                    </a:p>
                  </a:txBody>
                  <a:tcPr anchor="ctr"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</a:rPr>
                        <a:t>0.30</a:t>
                      </a:r>
                    </a:p>
                  </a:txBody>
                  <a:tcPr anchor="ctr"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</a:rPr>
                        <a:t>0.30</a:t>
                      </a:r>
                    </a:p>
                  </a:txBody>
                  <a:tcPr anchor="ctr"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</a:rPr>
                        <a:t>0.184</a:t>
                      </a:r>
                    </a:p>
                  </a:txBody>
                  <a:tcPr anchor="ctr"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</a:rPr>
                        <a:t>0.760</a:t>
                      </a:r>
                    </a:p>
                  </a:txBody>
                  <a:tcPr anchor="ctr"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</a:rPr>
                        <a:t>0.797</a:t>
                      </a:r>
                    </a:p>
                  </a:txBody>
                  <a:tcPr anchor="ctr">
                    <a:solidFill>
                      <a:srgbClr val="FFF3C4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llm_rerank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5.00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0.26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0.26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0.183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0.749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0.774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llm_zero_shot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mas_safe_hybrid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5.00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0.25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0.25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0.121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0.686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0.751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mas_base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0.668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0.727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mas_llm_ranker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5.00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0.120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0.677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0.741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llm_expansion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0.642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embedding_wordnet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5.00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0.073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0.599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0.683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wordnet_direct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0.292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7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</a:rPr>
                        <a:t>same_term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0.000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0.553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</a:rPr>
                        <a:t>0.695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E8B57"/>
                </a:solidFill>
                <a:latin typeface="Calibri"/>
              </a:rPr>
              <a:t>hybrid_fusion es #1 en exact_any, recall@5, fuzzy_similarity y semantic_similarity — las métricas preferentes con un único sinónimo gold.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Coste temporal (30 términos, llama3.2:3b)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23444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Método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Tiempo medio / término</a:t>
                      </a:r>
                    </a:p>
                  </a:txBody>
                  <a:tcPr anchor="ctr">
                    <a:solidFill>
                      <a:srgbClr val="111D3A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same_term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0.00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embedding_wordnet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0.02 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wordnet_direct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0.05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llm_zero_shot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0.78 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llm_expansion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0.87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llm_rerank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1.00 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mas_base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1.03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</a:rPr>
                        <a:t>hybrid_fusion</a:t>
                      </a:r>
                    </a:p>
                  </a:txBody>
                  <a:tcPr anchor="ctr"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1A"/>
                          </a:solidFill>
                        </a:rPr>
                        <a:t>2.99 s</a:t>
                      </a:r>
                    </a:p>
                  </a:txBody>
                  <a:tcPr anchor="ctr">
                    <a:solidFill>
                      <a:srgbClr val="FFF3C4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mas_llm_ranker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3.74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</a:rPr>
                        <a:t>mas_safe_hybrid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</a:rPr>
                        <a:t>3.78 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146304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hybrid_fusion: ~3-4x más lento que llm_zero_shot / llm_rerank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Coste directo de las 3 llamadas de self-consistency (vs. 1 llamada)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Pero más rápido que mas_llm_ranker / mas_safe_hybrid (~3.7-3.8 s)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‒  ...que además dan peor calidad en todas las métricas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Trade-off explícito, no un efecto colateral inesperado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•  hybrid_fusion mejora sobre los 9 métodos existentes en las métricas preferentes de este dataset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‒  recall@5 / exact_any: 0.30 vs. 0.26 del segundo mejor (+15% relativo)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‒  fuzzy_similarity y semantic_similarity: también máximos de los 10 métodos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Trade-off honesto: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‒  Ligeramente por detrás de llm_zero_shot en exact_top1 (0.11 vs 0.17) y MRR (0.184 vs 0.201)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‒  Explicación: el ensembling gana cobertura en el top-5 pero diluye algo la precisión del rank-1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‒  ~3x más lento que una sola llamada al LLM — coste explícito del self-consistency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Salvedad estadística: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‒  n=100 términos — la ventaja es real pero no se ha confirmado con un test de significancia formal (p.ej. McNemar pareado)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8BD3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synonic — open synonym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Validar a mayor escala: 300-970 términos (dataset completo)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Test de significancia estadística pareado por término (McNemar) sobre recall@5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Explorar cerrar la brecha de exact_top1 / MRR: ajustar pesos de la fusión RRF (weight_llm / weight_wordnet)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Evaluar sensibilidad a n_samples y temperature del self-consistency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Considerar un ensemble adicional combinando hybrid_fusion con mas_safe_hybrid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Probar con un modelo LLM más grande (deepseek-r1:8b) para aislar el efecto arquitectura vs. capacidad del modelo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3D8B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D6E8"/>
                </a:solidFill>
                <a:latin typeface="Calibri"/>
              </a:rPr>
              <a:t>Código y resultados: proyecto synonic/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