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38400"/>
            <a:ext cx="11185855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MÉTODOS DE SYNONIC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0"/>
            <a:ext cx="1118585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D8BD3"/>
                </a:solidFill>
                <a:latin typeface="Calibri"/>
              </a:rPr>
              <a:t>Qué hace cada uno de los 11 métodos implementados y en qué se diferencian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50000"/>
            <a:ext cx="1118585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9D3E0"/>
                </a:solidFill>
                <a:latin typeface="Calibri"/>
              </a:rPr>
              <a:t>Baselines, recuperación por embeddings, LLM, arquitecturas MAS de grafo fijo y supervisor dinámico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0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B66"/>
                </a:solidFill>
                <a:latin typeface="Calibri"/>
              </a:rPr>
              <a:t>Carlos Martínez  ·  Proyecto synonic/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explicación de métodos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Baselines sin ML — same_term, wordnet_direct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Recuperación por embeddings — embedding_wordnet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Un único LLM — llm_zero_shot, llm_rerank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Expansión de consulta y fusión — llm_expansion, hybrid_fusion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 de grafo fijo — mas_base, mas_llm_ranker, mas_safe_hybrid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Supervisor dinámico — supervisor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Comparativa por ejes clave y resultados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MÉTODOS · FAMILIA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Baselines sin ML (src/baselines.py)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explicación de métodos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8355680"/>
              </a:tblGrid>
              <a:tr h="7333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Descripción técnica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</a:tr>
              <a:tr h="73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same_term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Devuelve el propio término tal cual. Suelo (floor): cualquier método real debe superarlo.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333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wordnet_direct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Busca el término en WordNet y devuelve los lemas de los synsets donde aparece. Sin embeddings, sin LLM, sin vocabulario del dataset.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0000"/>
            <a:ext cx="1088136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Sirven como referencia mínima: cualquier método con ML/LLM debería superarlos claramente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MÉTODOS · FAMILIA 2 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Embeddings puros y un único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explicación de métodos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8355680"/>
              </a:tblGrid>
              <a:tr h="8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Descripción técnica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</a:tr>
              <a:tr h="80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embedding_wordnet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Embebe el término (MiniLM) y busca los top-5 vecinos por coseno en un índice precalculado de todo el vocabulario de WordNet (~147k frases). Línea base 'embeddings puros'.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llm_zero_shot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Pide directamente al LLM 5 sinónimos, sin recuperación de ningún tipo. Confía en el orden que da el propio modelo.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llm_rerank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El LLM genera 10 candidatos libres (no restringidos a WordNet); se reordenan numéricamente por similitud de embedding con el término. No confía en el orden del LLM.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MÉTODOS · FAMILIA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Expansión de consulta + fusión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explicación de métodos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llm_expansion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El LLM genera 6 variantes/paráfrasis del término (consultas, no candidatos finales)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Cada variante se embebe y se busca en el índice de WordNet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Se agrega por score máximo entre variantes + bonus si un candidato aparece en varias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Diferencia con llm_rerank: el LLM nunca propone el sinónimo final, solo amplía la consulta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hybrid_fusion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El más elaborado de los no-agénticos: 3 llamadas al LLM con temperatura&gt;0 (self-consistency) → lista A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+ recuperación por embeddings en WordNet → lista B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Fusiona A y B con Reciprocal Rank Fusion ponderado (peso 1.0 al LLM, 0.5 a WordNet)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Combina lo mejor de llm_rerank (candidatos libres) y embedding_wordnet (candidatos garantizados)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MÉTODOS · FAMILIA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MAS de grafo fijo (LangGraph)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explicación de métodos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mas_base (v1)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generator(LLM) → retrieval(WordNet) → merge → verification (0.75·semantic + 0.25·fuzzy) → ranking → top-5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Puntuación final numérica; el LLM solo genera candidatos, nunca ordena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mas_llm_ranker (v2)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retrieval → generator → merge (cap 20) → un LLM reordena la lista completa → top-5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Ablación negativa confirmada: confiar el ranking final al LLM empeora el resultado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mas_safe_hybrid (v3)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Igual que v2 + safe_finalizer: score = 0.9·embedding_sim + 0.1·llm_rank_bonus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El LLM solo puede sumar bonus — nunca penaliza un candidato que dejó fuera del reordenamiento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MÉTODOS · FAMILIA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Supervisor dinámico (src/supervisor/)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explicación de métodos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supervisor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Una única llamada al LLM por turno decide la siguiente acción: retrieve / generate / merge / score / finalize / finish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Reutiliza las mismas funciones de agents.py como herramientas — no reimplementa lógica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Control de flujo dinámico frente al orden fijo de nodos de las variantes MAS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Bug de planificación encontrado y corregido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El modelo a veces elegía 'generate' después de 'merge': esos candidatos quedaban huérfanos sin re-fusionar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Fix: los guardrails ahora comprueban el ORDEN de las acciones, no solo si ya se ejecutaron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Tras el fix: mrr 0.091 → 0.1215 (+34%), recall@5 0.13 → 0.21 — pasa de peor de 11 a empate con los demás 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COMPARATIVA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Diferencias clave entre familias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explicación de métodos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/>
                <a:gridCol w="7355680"/>
              </a:tblGrid>
              <a:tr h="7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Eje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Métodos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¿Usa LLM?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No: same_term, wordnet_direct, embedding_wordnet.  Sí: el resto (8 métodos).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¿Restringido a vocabulario WordNet?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Sí: wordnet_direct, embedding_wordnet, llm_expansion, los 3 MAS, supervisor.  No (LLM libre): llm_zero_shot, llm_rerank, parte de hybrid_fusion.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¿Quién decide el ranking final?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Numérico/embeddings: mas_base, mas_safe_hybrid, llm_rerank, embedding_wordnet.  El LLM directamente: llm_zero_shot, mas_llm_ranker.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¿Orden de pasos fijo o dinámico?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Fijo: todos excepto supervisor.  Dinámico (decidido por el LLM turno a turno): supervisor.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RESULTADOS (100 términos, llama3.2:3b)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Conclusión: autonomía agéntica no gana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explicación de métodos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000"/>
                <a:gridCol w="4355680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llm_zero_shot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hybrid_fusion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llm_rerank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mas_base / mas_llm_ranker / mas_safe_hybrid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≈ 0.119 – 0.121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supervisor (tras el 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50000"/>
            <a:ext cx="1088136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Los métodos de una sola llamada LLM superan a todas las arquitecturas multiagente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Patrón repetido en todas las iteraciones de la tesis: más 'autonomía' agéntica no mejora los resultados frente a pipelines más simples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00000"/>
            <a:ext cx="11185855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00000"/>
            <a:ext cx="11185855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D8BD3"/>
                </a:solidFill>
                <a:latin typeface="Calibri"/>
              </a:rPr>
              <a:t>Código y resultados: proyecto synonic/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