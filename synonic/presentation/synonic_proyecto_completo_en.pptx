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00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700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D8BD3"/>
                </a:solidFill>
                <a:latin typeface="Calibri"/>
              </a:rPr>
              <a:t>Objective, architecture, methods, and metrics for an open synonym discovery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0000"/>
            <a:ext cx="1118585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9D3E0"/>
                </a:solidFill>
                <a:latin typeface="Calibri"/>
              </a:rPr>
              <a:t>What we did, how we did it, and how we measured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0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B66"/>
                </a:solidFill>
                <a:latin typeface="Calibri"/>
              </a:rPr>
              <a:t>Carlos Martínez  ·  synonic/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Objective and task definition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Why this rebuild exists — the data leakage problem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Dataset and evaluation sample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Overall project architecture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The 11 implemented methods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How we measure — the metrics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Results (100 terms, llama3.2:3b)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Key findings and limitations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Task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Open synonym discovery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Given an academic term (e.g. "stocks"), find its synonyms or alternative labels as they would appear in an academic taxonomy/database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The ground truth is the en_synonym column of the TU-Expert-Collection-Topic-Synonyms dataset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Core rule: open discovery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 method may only ever see the input term (en) — never en_synonym until the evaluation step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en_synonym is only ever used to score an output that has already been produced, never to help produce it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Why it matters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Simulates a real deployment: in production there is no "correct answer" to search inside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METHODOLOGICAL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data leakage problem and its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Finding in the prior iteration (new/src2/)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Several methods built their search index directly from df['en_synonym'] — the answer column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Affected: embedding retrieval, LLM expansion, and all 3 MAS variants (their retrieval_agent)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Result: the system searched literally inside the correct answer → inflated metrics, not representative of real-world use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Fix applied in synonic/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The candidate vocabulary now comes from WordNet (src/open_vocab.py) — a resource fully independent of the dataset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en_synonym is read in exactly one place in the whole codebase: run_experiment.py, inside the main loop, always after candidates are generated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Verifiable at any time: grep en_synonym src/ — every other hit is just a comment/docstring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Dataset and evaluation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Source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jensjorisdecorte/TU-Expert-Collection-Topic-Synonyms (HuggingFace)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Only topic, en (input term), and en_synonym (ground truth) are kept — nl/nl_synonym are dropped (this project targets English only)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Preparation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data/prepare_dataset.py → data/topic_synonyms_clean.csv — 970 rows after removing empty/duplicate entries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data/make_eval_sample.py → data/eval_sample.csv — a fixed, seeded 100-row sample (random_state=42)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The fixed seed guarantees every method is compared on exactly the same rows, reproducibly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How the project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Overall flow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data/ → cleaned dataset + fixed evaluation sample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src/open_vocab.py → WordNet vocabulary index (~147k phrases), cached in data/cache/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src/llm.py → single access point to Ollama (ask_llm, parse_candidates)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src/baselines.py + src/agents.py/graph.py + src/supervisor/ → the 11 methods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src/evaluation.py → all metrics, documented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src/run_experiment.py (one method) / src/run_comparison.py (all 11 at once) → results/*.csv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Key design decision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Every method receives only term + shared resources (embedder/LLM/index) — never the full dataframe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Both CLIs are resumable: if the CSV already has rows for (term, method), they're skipped — safe to interrupt and resume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11 implemented methods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355680"/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Returns the input term itself. A reference floor.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Lemmas from WordNet synsets containing the term. Symbolic, no ML.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Embeds the term (MiniLM) + top-5 nearest neighbors by cosine similarity in the WordNet index.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Asks the LLM directly for 5 synonyms, no retrieval.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LLM generates 6 query variants; each is searched in WordNet and aggregated by score.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LLM generates 10 free candidates; they're reordered by embedding similarity.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 LLM calls (self-consistency) + WordNet retrieval, fused via weighted RRF.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11 implemented methods (2/2) — MAS and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mas_base (v1)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generator(LLM) + retrieval(WordNet) → merge → verification (0.75·semantic + 0.25·fuzzy) → top 5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mas_llm_ranker (v2)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retrieval → generator → merge → an LLM reorders the whole list → top 5. Confirmed negative ablation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mas_safe_hybrid (v3)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Same as v2 + safe_finalizer: 0.9·embedding_sim + 0.1·LLM bonus (never penalizes)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 single LLM decides, turn by turn, which action to take (retrieve/generate/merge/score/finalize/finish)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Reuses the same deterministic functions as the MAS variants — only who decides the order changes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 real planning bug was found and fixed using the project's own comparison harness (see findings)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HOW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Metric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8255680"/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exact_top1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Candidate #1 matches the ground truth exactly.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exact_any / recall@5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ground truth appears anywhere among the 5 returned candidates.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recall_at_3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ground truth appears among the top 3 candidates.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precision_at_5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Only one ground-truth synonym exists per term → mechanically capped at 0.2; equivalent to recall@5 / 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/ rank of the correct answer (0 if absent). Rewards ranking it near the top even if not #1.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fuzzy_similarity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rapidfuzz.fuzz.ratio — lexical/spelling closeness (e.g. "optimise" vs "optimize").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semantic_similarity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Cosine similarity of embeddings (MiniLM) — meaning-based closeness, not textual 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Full comparison — 100 terms, llama3.2:3b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85856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1996464"/>
                <a:gridCol w="1996464"/>
                <a:gridCol w="1996464"/>
                <a:gridCol w="1996464"/>
              </a:tblGrid>
              <a:tr h="38333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exact_any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Time/term</a:t>
                      </a:r>
                    </a:p>
                  </a:txBody>
                  <a:tcPr>
                    <a:solidFill>
                      <a:srgbClr val="111D3A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same_term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wordnet_direct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embedding_wordnet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llm_zero_shot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llm_rerank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hybrid_fusion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3.04s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1.02s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mas_llm_ranker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mas_safe_hybrid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Reading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The pattern repeats across every iteration of the thesis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Single-LLM-call methods (llm_zero_shot, hybrid_fusion, llm_rerank) beat full multi-agent architectures on MRR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More agentic "autonomy" (MAS, supervisor) doesn't improve results over simpler pipelines — and costs more time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hybrid_fusion is the best on recall@5 / exact_any (31%)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Combining self-consistency LLM generation with WordNet retrieval via RRF wins on coverage, though not on pure MRR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mas_llm_ranker (v2) confirms the negative ablation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Letting the LLM freely reorder the merged list makes results worse than a numeric ranking (v1) or hybrid one (v3)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supervisor: a real planning bug, found and fixed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The LLM sometimes generated candidates after merging, and those candidates were left orphaned, never re-merged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After the fix (checking order, not just presence, of actions): mrr 0.091 → 0.122, recall@5 0.13 → 0.21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Time cost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From 0s (same_term) to 7.2s/term (supervisor) — the slowest method is not the best-performing 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What this analysis doesn't cover (yet)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Small model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llama3.2:3b via Ollama — a larger model would likely improve every LLM-dependent method with no architectural change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WordNet coverage ceiling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It doesn't contain every domain-specific term the dataset expects — this penalizes index-anchored methods (retrieval, MAS) versus purely generative ones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Idiosyncratic ground truths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Some reference answers are highly specific editorial choices that no method can predict from the term alone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Sample scale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100 of 970 available terms — validating at larger scale is the natural next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8BD3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B66"/>
                </a:solidFill>
                <a:latin typeface="Calibri"/>
              </a:rPr>
              <a:t>synonic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Validate at larger scale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Rerun the full comparison over all 970 rows of the dataset, not just the 100-row sample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Try a larger model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Measure how much of the gap between methods is due to LLM size rather than architecture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Go deeper on supervisor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Assess whether splitting the supervisor into independent cognitive agents (disambiguation / generation / critique) adds real value before building it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•  Document for the thesis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1A1A1A"/>
                </a:solidFill>
                <a:latin typeface="Calibri"/>
              </a:rPr>
              <a:t>‒  Carry this comparison and its findings into the results chapter, with the full tables from comparison_results.csv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00000"/>
            <a:ext cx="11185855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00000"/>
            <a:ext cx="1118585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D8BD3"/>
                </a:solidFill>
                <a:latin typeface="Calibri"/>
              </a:rPr>
              <a:t>Code and results: synonic/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